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7" r:id="rId4"/>
    <p:sldId id="269" r:id="rId5"/>
    <p:sldId id="258" r:id="rId6"/>
    <p:sldId id="26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221B6-2F8C-B1BB-259A-29BDCA2C3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933588-2887-C459-7F5A-F62AC6F7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7BB29B-8015-9960-951A-917F9A0A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9D1951-9264-E254-931F-D869C16B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B08D19-FD9D-1C1D-B59A-DC991821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17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2D4A0-3074-0A1F-6F8B-681230DD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C3650-FCE1-ADC9-5561-6AD4E850F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DBC16B-21CD-D358-6B1E-44984CE4D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99686-2D2F-F2D8-63C4-8F899F64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F3F746-6857-C757-BF6B-FCA7CD8B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59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21188-947F-B994-1638-79331DEA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2B56F1-8D2A-1F8B-740F-B2C8593FC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076FD7-4B18-E725-9C1E-C9CC748D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67C0A9-B1CE-6664-EA1E-F16D48CD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270F14-A89D-42D4-2824-B7BE018A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50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2CE19-A5AE-C8EA-DBB3-28A4454E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0689F2-9CD3-0150-EC78-9F555B838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5E4672-1EE2-65B4-28FA-62C83CB7B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90059A-34F2-A2AC-5745-0092070D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2C3CA1-5BED-40FA-A29C-730CC8D2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1AF5F5-0488-FCD4-EDA3-B80A1439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72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C35D7-E810-87B1-1DB3-B92ADCDC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BAFB7-2251-FC20-6D97-C76C2419D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4A2487-C118-7586-1EF2-B5B1AA7BA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B56936-A9AA-9835-F9D8-85A22FF51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8B436B-4F88-1E1F-67BC-B4BC7760B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4DC375-B969-D6A8-6E10-4C609A52A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2095020-651E-1E8E-2004-D418CDE2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E7DE2A-E378-0339-DBE7-88DB477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11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CD0E3-9A08-2756-DB5D-F671ACFC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D7BB7F-6D99-BFDD-3581-AADD0CC5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4DF433-E4C2-6EBC-F880-F5622A17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450B53-4B2C-431A-F5E3-967202A9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23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5EFAE8-6874-93D3-7645-1220EB14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A39038-6D94-D432-6D2F-77BC607C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AD56B8-0106-0168-1EF3-B809BA6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15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ABEC3-3634-2128-6240-4DE427E6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95B2AD-A56F-666D-D2EC-F86985408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845ECF-0569-25DC-9341-2EE1396CC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E21EB3-773B-9A50-3564-1588F7C0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48C554-C96E-8927-E3D7-97D82DD00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339AB2-5C96-10D0-5028-DF6DF9CD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27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D1617-72D8-ACF1-6815-EC48E2D7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A16D8A-9DD7-AD4D-0F25-2C280F6BD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81C656-1961-266F-D05A-E71EAB2A6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7749AD-0C61-B21B-FA30-FF801714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0D120A-0C66-5DFD-7A4A-2CC474C0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FD01B9-0F2C-B77C-DDA5-9ED55C2B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71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C8BFE-D81F-E943-3CEC-3FE30A11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833BA7-DE08-4C5B-1AFF-50FB7B376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E2AEEF-DF7D-EE0F-0973-00C07B8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21CF5-18EA-9C48-8BF7-AE16613F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E1B0E4-EA83-053E-F9E9-E5D2676A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59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6C147E-561C-E979-9C90-B14259032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6DFBCB-47A6-F676-F577-5292FC40C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1D1C-B6D4-40D9-0631-D7E2D960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7777A1-E8EF-3C7B-D12B-26861D87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B5551E-E9A8-A3A7-2F20-92F4D998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81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D60806-F617-5153-E85B-B019311C2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398A94-298F-48F1-7BF8-6AAA7A8AF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9C883-BF79-D858-59B8-C5CB126DE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CFE7F-957C-49BC-B092-9B569572CE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2C806E-2CD9-7EAC-8C3B-3B8139BB9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7E259-1C45-B335-8C74-74F6AEED4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F9288-0F62-489C-AD17-2E93F0DF4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95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6A8B2-2FDE-4A11-4943-CBB548714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511" y="1122363"/>
            <a:ext cx="11118797" cy="2387600"/>
          </a:xfrm>
        </p:spPr>
        <p:txBody>
          <a:bodyPr/>
          <a:lstStyle/>
          <a:p>
            <a:r>
              <a:rPr lang="en-US" altLang="ko-KR" dirty="0"/>
              <a:t>2D</a:t>
            </a:r>
            <a:r>
              <a:rPr lang="ko-KR" altLang="en-US" dirty="0"/>
              <a:t>게임프로그래밍</a:t>
            </a:r>
            <a:br>
              <a:rPr lang="en-US" altLang="ko-KR"/>
            </a:br>
            <a:r>
              <a:rPr lang="ko-KR" altLang="en-US"/>
              <a:t>최종 발표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CF368C-42CE-1E82-EAA1-EB630D8D6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2022184016 </a:t>
            </a:r>
            <a:r>
              <a:rPr lang="ko-KR" altLang="en-US" dirty="0"/>
              <a:t>민규동</a:t>
            </a:r>
          </a:p>
        </p:txBody>
      </p:sp>
    </p:spTree>
    <p:extLst>
      <p:ext uri="{BB962C8B-B14F-4D97-AF65-F5344CB8AC3E}">
        <p14:creationId xmlns:p14="http://schemas.microsoft.com/office/powerpoint/2010/main" val="199120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C6D41-D62B-2320-2B27-61F8C286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개발 현황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BCE5A2-E329-CBCF-6D3B-711A97053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643636"/>
              </p:ext>
            </p:extLst>
          </p:nvPr>
        </p:nvGraphicFramePr>
        <p:xfrm>
          <a:off x="2978596" y="1330560"/>
          <a:ext cx="5817673" cy="530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535">
                  <a:extLst>
                    <a:ext uri="{9D8B030D-6E8A-4147-A177-3AD203B41FA5}">
                      <a16:colId xmlns:a16="http://schemas.microsoft.com/office/drawing/2014/main" val="3594922615"/>
                    </a:ext>
                  </a:extLst>
                </a:gridCol>
                <a:gridCol w="3157214">
                  <a:extLst>
                    <a:ext uri="{9D8B030D-6E8A-4147-A177-3AD203B41FA5}">
                      <a16:colId xmlns:a16="http://schemas.microsoft.com/office/drawing/2014/main" val="2842156805"/>
                    </a:ext>
                  </a:extLst>
                </a:gridCol>
                <a:gridCol w="1496924">
                  <a:extLst>
                    <a:ext uri="{9D8B030D-6E8A-4147-A177-3AD203B41FA5}">
                      <a16:colId xmlns:a16="http://schemas.microsoft.com/office/drawing/2014/main" val="3418875156"/>
                    </a:ext>
                  </a:extLst>
                </a:gridCol>
              </a:tblGrid>
              <a:tr h="25140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배경과 캐릭터 이동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654623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캐릭터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방향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RUN,IDLE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963584"/>
                  </a:ext>
                </a:extLst>
              </a:tr>
              <a:tr h="25140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시작화면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마을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214489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시작화면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인트로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마을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,NPC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대화 구현 </a:t>
                      </a:r>
                      <a:endParaRPr lang="en-US" altLang="ko-KR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058444"/>
                  </a:ext>
                </a:extLst>
              </a:tr>
              <a:tr h="25140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스테이지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기본공격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237791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83437"/>
                  </a:ext>
                </a:extLst>
              </a:tr>
              <a:tr h="25140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구현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342887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스킬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종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적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개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843661"/>
                  </a:ext>
                </a:extLst>
              </a:tr>
              <a:tr h="29089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레벨업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시스템 기술 진화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332990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레벨업을 통한 스킬포인트 획득으로 스킬 습득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1798"/>
                  </a:ext>
                </a:extLst>
              </a:tr>
              <a:tr h="25140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보스 구현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롱스톤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리자몽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40686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보스룸 입장 시 컷신 추가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512208"/>
                  </a:ext>
                </a:extLst>
              </a:tr>
              <a:tr h="25140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게임 스토리 및 퀘스트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479390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448331"/>
                  </a:ext>
                </a:extLst>
              </a:tr>
              <a:tr h="251403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캐릭터 선택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725895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처음부터 캐릭터를 변경할 수 있도록 수정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90131"/>
                  </a:ext>
                </a:extLst>
              </a:tr>
              <a:tr h="439955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게임 밸런스 조절 및 버그 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50696"/>
                  </a:ext>
                </a:extLst>
              </a:tr>
              <a:tr h="2514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배경음악 추가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718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464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7035A-4D70-65A8-87C4-4D3CCF2C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Commits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24621B-8181-C6B5-872D-69A056168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796" y="2013217"/>
            <a:ext cx="8858508" cy="43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8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1F4BD-F0CF-9698-3AF4-1B733BFB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변경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52CF4-DAC9-1B37-9D6D-EBF8B89BE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791" y="1271834"/>
            <a:ext cx="2703490" cy="4668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/>
              <a:t>기술 슬롯 변화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E5AD2AC-9A89-06F3-0AA4-D318DD578CDE}"/>
              </a:ext>
            </a:extLst>
          </p:cNvPr>
          <p:cNvSpPr txBox="1">
            <a:spLocks/>
          </p:cNvSpPr>
          <p:nvPr/>
        </p:nvSpPr>
        <p:spPr>
          <a:xfrm>
            <a:off x="5963991" y="1808521"/>
            <a:ext cx="5614116" cy="4684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36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600"/>
              <a:t>1</a:t>
            </a:r>
            <a:r>
              <a:rPr lang="ko-KR" altLang="en-US" sz="3600"/>
              <a:t>슬롯 </a:t>
            </a:r>
            <a:r>
              <a:rPr lang="en-US" altLang="ko-KR" sz="3600"/>
              <a:t>: </a:t>
            </a:r>
            <a:r>
              <a:rPr lang="ko-KR" altLang="en-US" sz="3600"/>
              <a:t>광선류 기술</a:t>
            </a:r>
            <a:endParaRPr lang="en-US" altLang="ko-KR" sz="36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600"/>
              <a:t>2</a:t>
            </a:r>
            <a:r>
              <a:rPr lang="ko-KR" altLang="en-US" sz="3600"/>
              <a:t>슬롯 </a:t>
            </a:r>
            <a:r>
              <a:rPr lang="en-US" altLang="ko-KR" sz="3600"/>
              <a:t>: </a:t>
            </a:r>
            <a:r>
              <a:rPr lang="ko-KR" altLang="en-US" sz="3600"/>
              <a:t>방어 기술</a:t>
            </a:r>
            <a:endParaRPr lang="en-US" altLang="ko-KR" sz="36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600"/>
              <a:t>3</a:t>
            </a:r>
            <a:r>
              <a:rPr lang="ko-KR" altLang="en-US" sz="3600"/>
              <a:t>슬롯 </a:t>
            </a:r>
            <a:r>
              <a:rPr lang="en-US" altLang="ko-KR" sz="3600"/>
              <a:t>: </a:t>
            </a:r>
            <a:r>
              <a:rPr lang="ko-KR" altLang="en-US" sz="3600"/>
              <a:t>공격적인 기술</a:t>
            </a:r>
            <a:endParaRPr lang="en-US" altLang="ko-KR" sz="36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600"/>
              <a:t>4</a:t>
            </a:r>
            <a:r>
              <a:rPr lang="ko-KR" altLang="en-US" sz="3600"/>
              <a:t>슬롯 </a:t>
            </a:r>
            <a:r>
              <a:rPr lang="en-US" altLang="ko-KR" sz="3600"/>
              <a:t>: </a:t>
            </a:r>
            <a:r>
              <a:rPr lang="ko-KR" altLang="en-US" sz="3600"/>
              <a:t>자동 타겟팅 기술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0F94839-6BDD-8F55-7791-2422916090EB}"/>
              </a:ext>
            </a:extLst>
          </p:cNvPr>
          <p:cNvSpPr txBox="1">
            <a:spLocks/>
          </p:cNvSpPr>
          <p:nvPr/>
        </p:nvSpPr>
        <p:spPr>
          <a:xfrm>
            <a:off x="481884" y="1808521"/>
            <a:ext cx="5614116" cy="4684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360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36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600"/>
              <a:t>1</a:t>
            </a:r>
            <a:r>
              <a:rPr lang="ko-KR" altLang="en-US" sz="3600"/>
              <a:t>슬롯 </a:t>
            </a:r>
            <a:r>
              <a:rPr lang="en-US" altLang="ko-KR" sz="3600"/>
              <a:t>: </a:t>
            </a:r>
            <a:r>
              <a:rPr lang="ko-KR" altLang="en-US" sz="3600"/>
              <a:t>광선류 기술</a:t>
            </a:r>
            <a:endParaRPr lang="en-US" altLang="ko-KR" sz="36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600"/>
              <a:t>2</a:t>
            </a:r>
            <a:r>
              <a:rPr lang="ko-KR" altLang="en-US" sz="3600"/>
              <a:t>슬롯 </a:t>
            </a:r>
            <a:r>
              <a:rPr lang="en-US" altLang="ko-KR" sz="3600"/>
              <a:t>: </a:t>
            </a:r>
            <a:r>
              <a:rPr lang="ko-KR" altLang="en-US" sz="3600"/>
              <a:t>방어 기술</a:t>
            </a:r>
            <a:endParaRPr lang="en-US" altLang="ko-KR" sz="360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F1EFE7A-B945-05D4-EC84-9F3AD58F760E}"/>
              </a:ext>
            </a:extLst>
          </p:cNvPr>
          <p:cNvSpPr/>
          <p:nvPr/>
        </p:nvSpPr>
        <p:spPr>
          <a:xfrm>
            <a:off x="4868214" y="3348507"/>
            <a:ext cx="779172" cy="6890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9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B8737-32AC-6D52-ADCD-B8177650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스테이지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2BDE82-BE91-8FC0-E40F-F59D7C85DA40}"/>
              </a:ext>
            </a:extLst>
          </p:cNvPr>
          <p:cNvSpPr/>
          <p:nvPr/>
        </p:nvSpPr>
        <p:spPr>
          <a:xfrm>
            <a:off x="923113" y="2756404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AC28CC-DB3E-1744-E126-7E1201835F4F}"/>
              </a:ext>
            </a:extLst>
          </p:cNvPr>
          <p:cNvSpPr/>
          <p:nvPr/>
        </p:nvSpPr>
        <p:spPr>
          <a:xfrm>
            <a:off x="2916154" y="2756404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5D9EE4-7CEE-55BF-82A1-6F92E354527E}"/>
              </a:ext>
            </a:extLst>
          </p:cNvPr>
          <p:cNvSpPr/>
          <p:nvPr/>
        </p:nvSpPr>
        <p:spPr>
          <a:xfrm>
            <a:off x="4909195" y="2733348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E1D932-8DE8-CB06-22EA-E02EA2A22658}"/>
              </a:ext>
            </a:extLst>
          </p:cNvPr>
          <p:cNvSpPr/>
          <p:nvPr/>
        </p:nvSpPr>
        <p:spPr>
          <a:xfrm>
            <a:off x="6902236" y="2733348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C8354F-8BC4-08F3-DDE9-834C5B78B089}"/>
              </a:ext>
            </a:extLst>
          </p:cNvPr>
          <p:cNvSpPr/>
          <p:nvPr/>
        </p:nvSpPr>
        <p:spPr>
          <a:xfrm>
            <a:off x="8895277" y="2733348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highlight>
                <a:srgbClr val="FFFF00"/>
              </a:highlight>
            </a:endParaRPr>
          </a:p>
        </p:txBody>
      </p:sp>
      <p:pic>
        <p:nvPicPr>
          <p:cNvPr id="15" name="그림 14" descr="의류, 애니메이션, 만화 영화, 가상의 캐릭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60D0E0-DBD0-8D08-3FC9-A6C952556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755" y="2756404"/>
            <a:ext cx="681193" cy="1325564"/>
          </a:xfrm>
          <a:prstGeom prst="rect">
            <a:avLst/>
          </a:prstGeom>
        </p:spPr>
      </p:pic>
      <p:pic>
        <p:nvPicPr>
          <p:cNvPr id="23" name="그림 22" descr="신발류, 의류, 사람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E9AEFA-B617-0B14-6221-18B2B4375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661" y="2733348"/>
            <a:ext cx="552318" cy="1325563"/>
          </a:xfrm>
          <a:prstGeom prst="rect">
            <a:avLst/>
          </a:prstGeom>
        </p:spPr>
      </p:pic>
      <p:pic>
        <p:nvPicPr>
          <p:cNvPr id="25" name="그림 24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12FE73-1CBA-7AF6-32AA-F7C993FE4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387" y="2756404"/>
            <a:ext cx="1158214" cy="1444193"/>
          </a:xfrm>
          <a:prstGeom prst="rect">
            <a:avLst/>
          </a:prstGeom>
        </p:spPr>
      </p:pic>
      <p:pic>
        <p:nvPicPr>
          <p:cNvPr id="26" name="그림 25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CA53F4-BD50-F140-5BBD-A303C5C1E2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369" y="2740992"/>
            <a:ext cx="1158214" cy="1444193"/>
          </a:xfrm>
          <a:prstGeom prst="rect">
            <a:avLst/>
          </a:prstGeom>
        </p:spPr>
      </p:pic>
      <p:pic>
        <p:nvPicPr>
          <p:cNvPr id="27" name="그림 26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1EFBBA-86E1-BD8E-D532-41981901F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312" y="2723015"/>
            <a:ext cx="1158214" cy="1444193"/>
          </a:xfrm>
          <a:prstGeom prst="rect">
            <a:avLst/>
          </a:prstGeom>
        </p:spPr>
      </p:pic>
      <p:pic>
        <p:nvPicPr>
          <p:cNvPr id="2056" name="Picture 8" descr="롱스톤 (포켓몬) | 포켓몬 위키 | Fandom">
            <a:extLst>
              <a:ext uri="{FF2B5EF4-FFF2-40B4-BE49-F238E27FC236}">
                <a16:creationId xmlns:a16="http://schemas.microsoft.com/office/drawing/2014/main" id="{E6B24173-EFA8-A7F9-2993-1A82F2BAE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476" y="4329224"/>
            <a:ext cx="2163651" cy="216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피카츄 (포켓몬) | 포켓몬 위키 | Fandom">
            <a:extLst>
              <a:ext uri="{FF2B5EF4-FFF2-40B4-BE49-F238E27FC236}">
                <a16:creationId xmlns:a16="http://schemas.microsoft.com/office/drawing/2014/main" id="{7972E094-3EBE-D387-45CD-4C736696B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096" y="4124652"/>
            <a:ext cx="159067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91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동물 피규어, 클립아트, 만화 영화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769CDA-B6E1-396D-B19B-28E56B4D3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662" y="1444599"/>
            <a:ext cx="3511603" cy="3511603"/>
          </a:xfrm>
          <a:prstGeom prst="rect">
            <a:avLst/>
          </a:prstGeom>
        </p:spPr>
      </p:pic>
      <p:pic>
        <p:nvPicPr>
          <p:cNvPr id="9" name="그림 8" descr="만화 영화, 클립아트, 댄스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93CC8-52CD-AA37-7B62-2AD3FFC8B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201" y="1275550"/>
            <a:ext cx="3565392" cy="3565392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E5FEFD9-AABD-E74F-521C-282C789B7575}"/>
              </a:ext>
            </a:extLst>
          </p:cNvPr>
          <p:cNvSpPr/>
          <p:nvPr/>
        </p:nvSpPr>
        <p:spPr>
          <a:xfrm>
            <a:off x="5157989" y="2569335"/>
            <a:ext cx="1880315" cy="138447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6839EC4-954F-715F-D85F-356F0031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변경 사항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4236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171</Words>
  <Application>Microsoft Office PowerPoint</Application>
  <PresentationFormat>와이드스크린</PresentationFormat>
  <Paragraphs>51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2D게임프로그래밍 최종 발표</vt:lpstr>
      <vt:lpstr>개발 현황</vt:lpstr>
      <vt:lpstr>Commits</vt:lpstr>
      <vt:lpstr>변경 사항</vt:lpstr>
      <vt:lpstr>스테이지 구성</vt:lpstr>
      <vt:lpstr>변경 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규동 민</dc:creator>
  <cp:lastModifiedBy>규동 민</cp:lastModifiedBy>
  <cp:revision>6</cp:revision>
  <dcterms:created xsi:type="dcterms:W3CDTF">2025-11-09T14:21:08Z</dcterms:created>
  <dcterms:modified xsi:type="dcterms:W3CDTF">2025-12-07T03:14:04Z</dcterms:modified>
</cp:coreProperties>
</file>