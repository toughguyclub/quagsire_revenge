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6" r:id="rId3"/>
    <p:sldId id="267" r:id="rId4"/>
    <p:sldId id="269" r:id="rId5"/>
    <p:sldId id="258" r:id="rId6"/>
    <p:sldId id="268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85" d="100"/>
          <a:sy n="85" d="100"/>
        </p:scale>
        <p:origin x="381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5221B6-2F8C-B1BB-259A-29BDCA2C3F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2933588-2887-C459-7F5A-F62AC6F79A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D7BB29B-8015-9960-951A-917F9A0A29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CFE7F-957C-49BC-B092-9B569572CE76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29D1951-9264-E254-931F-D869C16B5C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5B08D19-FD9D-1C1D-B59A-DC9918212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F9288-0F62-489C-AD17-2E93F0DF49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71741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32D4A0-3074-0A1F-6F8B-681230DD1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EC3650-FCE1-ADC9-5561-6AD4E850F9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0DBC16B-21CD-D358-6B1E-44984CE4D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CFE7F-957C-49BC-B092-9B569572CE76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D699686-2D2F-F2D8-63C4-8F899F647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F3F746-6857-C757-BF6B-FCA7CD8B7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F9288-0F62-489C-AD17-2E93F0DF49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85994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A21188-947F-B994-1638-79331DEA7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72B56F1-8D2A-1F8B-740F-B2C8593FCC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8076FD7-4B18-E725-9C1E-C9CC748D1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CFE7F-957C-49BC-B092-9B569572CE76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167C0A9-B1CE-6664-EA1E-F16D48CD4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270F14-A89D-42D4-2824-B7BE018A9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F9288-0F62-489C-AD17-2E93F0DF49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05063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C2CE19-A5AE-C8EA-DBB3-28A4454E3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E0689F2-9CD3-0150-EC78-9F555B8387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85E4672-1EE2-65B4-28FA-62C83CB7B4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790059A-34F2-A2AC-5745-0092070DB1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CFE7F-957C-49BC-B092-9B569572CE76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F2C3CA1-5BED-40FA-A29C-730CC8D2A1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41AF5F5-0488-FCD4-EDA3-B80A14399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F9288-0F62-489C-AD17-2E93F0DF49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87222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3C35D7-E810-87B1-1DB3-B92ADCDC1C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AEBAFB7-2251-FC20-6D97-C76C2419DF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14A2487-C118-7586-1EF2-B5B1AA7BA6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AB56936-A9AA-9835-F9D8-85A22FF51E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F8B436B-4F88-1E1F-67BC-B4BC7760BF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64DC375-B969-D6A8-6E10-4C609A52AC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CFE7F-957C-49BC-B092-9B569572CE76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2095020-651E-1E8E-2004-D418CDE26D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7E7DE2A-E378-0339-DBE7-88DB477DB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F9288-0F62-489C-AD17-2E93F0DF49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51136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CCD0E3-9A08-2756-DB5D-F671ACFCF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1D7BB7F-6D99-BFDD-3581-AADD0CC50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CFE7F-957C-49BC-B092-9B569572CE76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34DF433-E4C2-6EBC-F880-F5622A1702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5450B53-4B2C-431A-F5E3-967202A9A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F9288-0F62-489C-AD17-2E93F0DF49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9236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25EFAE8-6874-93D3-7645-1220EB14A4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CFE7F-957C-49BC-B092-9B569572CE76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2A39038-6D94-D432-6D2F-77BC607CD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AD56B8-0106-0168-1EF3-B809BA66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F9288-0F62-489C-AD17-2E93F0DF49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31535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BABEC3-3634-2128-6240-4DE427E60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95B2AD-A56F-666D-D2EC-F869854081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D845ECF-0569-25DC-9341-2EE1396CC9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E21EB3-773B-9A50-3564-1588F7C0F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CFE7F-957C-49BC-B092-9B569572CE76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648C554-C96E-8927-E3D7-97D82DD00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339AB2-5C96-10D0-5028-DF6DF9CD4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F9288-0F62-489C-AD17-2E93F0DF49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75273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ED1617-72D8-ACF1-6815-EC48E2D7D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8A16D8A-9DD7-AD4D-0F25-2C280F6BDA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781C656-1961-266F-D05A-E71EAB2A62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E7749AD-0C61-B21B-FA30-FF801714C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CFE7F-957C-49BC-B092-9B569572CE76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B0D120A-0C66-5DFD-7A4A-2CC474C014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6FD01B9-0F2C-B77C-DDA5-9ED55C2B5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F9288-0F62-489C-AD17-2E93F0DF49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77190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FC8BFE-D81F-E943-3CEC-3FE30A113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8833BA7-DE08-4C5B-1AFF-50FB7B3760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DE2AEEF-DF7D-EE0F-0973-00C07B876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CFE7F-957C-49BC-B092-9B569572CE76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B21CF5-18EA-9C48-8BF7-AE16613F2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2E1B0E4-EA83-053E-F9E9-E5D2676A5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F9288-0F62-489C-AD17-2E93F0DF49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2598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D6C147E-561C-E979-9C90-B142590325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86DFBCB-47A6-F676-F577-5292FC40C7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5CC1D1C-B6D4-40D9-0631-D7E2D9601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CFE7F-957C-49BC-B092-9B569572CE76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17777A1-E8EF-3C7B-D12B-26861D87F0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6B5551E-E9A8-A3A7-2F20-92F4D998A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F9288-0F62-489C-AD17-2E93F0DF49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68108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42D60806-F617-5153-E85B-B019311C2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A398A94-298F-48F1-7BF8-6AAA7A8AF0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129C883-BF79-D858-59B8-C5CB126DE2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BCFE7F-957C-49BC-B092-9B569572CE76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02C806E-2CD9-7EAC-8C3B-3B8139BB9D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37E259-1C45-B335-8C74-74F6AEED4F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EF9288-0F62-489C-AD17-2E93F0DF49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2958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96A8B2-2FDE-4A11-4943-CBB5487146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511" y="1122363"/>
            <a:ext cx="11118797" cy="2387600"/>
          </a:xfrm>
        </p:spPr>
        <p:txBody>
          <a:bodyPr/>
          <a:lstStyle/>
          <a:p>
            <a:r>
              <a:rPr lang="en-US" altLang="ko-KR" dirty="0"/>
              <a:t>2D</a:t>
            </a:r>
            <a:r>
              <a:rPr lang="ko-KR" altLang="en-US" dirty="0"/>
              <a:t>게임프로그래밍</a:t>
            </a:r>
            <a:br>
              <a:rPr lang="en-US" altLang="ko-KR"/>
            </a:br>
            <a:r>
              <a:rPr lang="en-US" altLang="ko-KR"/>
              <a:t>2</a:t>
            </a:r>
            <a:r>
              <a:rPr lang="ko-KR" altLang="en-US"/>
              <a:t>차 발표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2CF368C-42CE-1E82-EAA1-EB630D8D64A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en-US" altLang="ko-KR" dirty="0"/>
              <a:t>2022184016 </a:t>
            </a:r>
            <a:r>
              <a:rPr lang="ko-KR" altLang="en-US" dirty="0"/>
              <a:t>민규동</a:t>
            </a:r>
          </a:p>
        </p:txBody>
      </p:sp>
    </p:spTree>
    <p:extLst>
      <p:ext uri="{BB962C8B-B14F-4D97-AF65-F5344CB8AC3E}">
        <p14:creationId xmlns:p14="http://schemas.microsoft.com/office/powerpoint/2010/main" val="19912045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EC6D41-D62B-2320-2B27-61F8C2863D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개발 현황</a:t>
            </a:r>
            <a:endParaRPr lang="ko-KR" altLang="en-US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A7BCE5A2-E329-CBCF-6D3B-711A970537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3348298"/>
              </p:ext>
            </p:extLst>
          </p:nvPr>
        </p:nvGraphicFramePr>
        <p:xfrm>
          <a:off x="2978596" y="1330560"/>
          <a:ext cx="5817673" cy="54857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3535">
                  <a:extLst>
                    <a:ext uri="{9D8B030D-6E8A-4147-A177-3AD203B41FA5}">
                      <a16:colId xmlns:a16="http://schemas.microsoft.com/office/drawing/2014/main" val="3594922615"/>
                    </a:ext>
                  </a:extLst>
                </a:gridCol>
                <a:gridCol w="3157214">
                  <a:extLst>
                    <a:ext uri="{9D8B030D-6E8A-4147-A177-3AD203B41FA5}">
                      <a16:colId xmlns:a16="http://schemas.microsoft.com/office/drawing/2014/main" val="2842156805"/>
                    </a:ext>
                  </a:extLst>
                </a:gridCol>
                <a:gridCol w="1496924">
                  <a:extLst>
                    <a:ext uri="{9D8B030D-6E8A-4147-A177-3AD203B41FA5}">
                      <a16:colId xmlns:a16="http://schemas.microsoft.com/office/drawing/2014/main" val="3418875156"/>
                    </a:ext>
                  </a:extLst>
                </a:gridCol>
              </a:tblGrid>
              <a:tr h="251403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주차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배경과 캐릭터 이동 구현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4654623"/>
                  </a:ext>
                </a:extLst>
              </a:tr>
              <a:tr h="25140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</a:rPr>
                        <a:t>캐릭터</a:t>
                      </a:r>
                      <a:r>
                        <a:rPr lang="en-US" altLang="ko-KR" sz="1200" b="0">
                          <a:solidFill>
                            <a:schemeClr val="tx1"/>
                          </a:solidFill>
                        </a:rPr>
                        <a:t>8</a:t>
                      </a:r>
                      <a:r>
                        <a:rPr lang="ko-KR" altLang="en-US" sz="1200" b="0">
                          <a:solidFill>
                            <a:schemeClr val="tx1"/>
                          </a:solidFill>
                        </a:rPr>
                        <a:t>방향 </a:t>
                      </a:r>
                      <a:r>
                        <a:rPr lang="en-US" altLang="ko-KR" sz="1200" b="0">
                          <a:solidFill>
                            <a:schemeClr val="tx1"/>
                          </a:solidFill>
                        </a:rPr>
                        <a:t>RUN,IDLE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5963584"/>
                  </a:ext>
                </a:extLst>
              </a:tr>
              <a:tr h="251403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2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주차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시작화면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마을 구현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</a:rPr>
                        <a:t>80%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4214489"/>
                  </a:ext>
                </a:extLst>
              </a:tr>
              <a:tr h="25140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</a:rPr>
                        <a:t>시작화면</a:t>
                      </a:r>
                      <a:r>
                        <a:rPr lang="en-US" altLang="ko-KR" sz="1200" b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200" b="0">
                          <a:solidFill>
                            <a:schemeClr val="tx1"/>
                          </a:solidFill>
                        </a:rPr>
                        <a:t>인트로</a:t>
                      </a:r>
                      <a:r>
                        <a:rPr lang="en-US" altLang="ko-KR" sz="1200" b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200" b="0">
                          <a:solidFill>
                            <a:schemeClr val="tx1"/>
                          </a:solidFill>
                        </a:rPr>
                        <a:t>마을 구현 </a:t>
                      </a:r>
                      <a:endParaRPr lang="en-US" altLang="ko-KR" sz="1200" b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</a:rPr>
                        <a:t>NPC </a:t>
                      </a:r>
                      <a:r>
                        <a:rPr lang="ko-KR" altLang="en-US" sz="1200" b="0">
                          <a:solidFill>
                            <a:schemeClr val="tx1"/>
                          </a:solidFill>
                        </a:rPr>
                        <a:t>대화 미구현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1058444"/>
                  </a:ext>
                </a:extLst>
              </a:tr>
              <a:tr h="251403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주차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스테이지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1,2,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기본공격 구현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2237791"/>
                  </a:ext>
                </a:extLst>
              </a:tr>
              <a:tr h="25140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</a:rPr>
                        <a:t>스테이지 </a:t>
                      </a:r>
                      <a:r>
                        <a:rPr lang="en-US" altLang="ko-KR" sz="1200" b="0">
                          <a:solidFill>
                            <a:schemeClr val="tx1"/>
                          </a:solidFill>
                        </a:rPr>
                        <a:t>1,2,3, </a:t>
                      </a:r>
                      <a:r>
                        <a:rPr lang="ko-KR" altLang="en-US" sz="1200" b="0">
                          <a:solidFill>
                            <a:schemeClr val="tx1"/>
                          </a:solidFill>
                        </a:rPr>
                        <a:t>기본공격 거품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9783437"/>
                  </a:ext>
                </a:extLst>
              </a:tr>
              <a:tr h="251403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주차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스킬 구현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적 구현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</a:rPr>
                        <a:t>80%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9342887"/>
                  </a:ext>
                </a:extLst>
              </a:tr>
              <a:tr h="25140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</a:rPr>
                        <a:t>스킬 </a:t>
                      </a:r>
                      <a:r>
                        <a:rPr lang="en-US" altLang="ko-KR" sz="1200" b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200" b="0">
                          <a:solidFill>
                            <a:schemeClr val="tx1"/>
                          </a:solidFill>
                        </a:rPr>
                        <a:t>종</a:t>
                      </a:r>
                      <a:r>
                        <a:rPr lang="en-US" altLang="ko-KR" sz="1200" b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>
                          <a:solidFill>
                            <a:schemeClr val="tx1"/>
                          </a:solidFill>
                        </a:rPr>
                        <a:t>적</a:t>
                      </a:r>
                      <a:r>
                        <a:rPr lang="en-US" altLang="ko-KR" sz="1200" b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ko-KR" altLang="en-US" sz="1200" b="0">
                          <a:solidFill>
                            <a:schemeClr val="tx1"/>
                          </a:solidFill>
                        </a:rPr>
                        <a:t>개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0843661"/>
                  </a:ext>
                </a:extLst>
              </a:tr>
              <a:tr h="29089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주차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레벨업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시스템 기술 진화 구현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2332990"/>
                  </a:ext>
                </a:extLst>
              </a:tr>
              <a:tr h="25140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</a:rPr>
                        <a:t>레벨업을 통한 스킬포인트 획득으로 스킬 습득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71798"/>
                  </a:ext>
                </a:extLst>
              </a:tr>
              <a:tr h="251403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6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주차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보스 구현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latinLnBrk="1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4140686"/>
                  </a:ext>
                </a:extLst>
              </a:tr>
              <a:tr h="25140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6512208"/>
                  </a:ext>
                </a:extLst>
              </a:tr>
              <a:tr h="251403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7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주차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게임 스토리 및 퀘스트 구현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latinLnBrk="1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8479390"/>
                  </a:ext>
                </a:extLst>
              </a:tr>
              <a:tr h="25140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5448331"/>
                  </a:ext>
                </a:extLst>
              </a:tr>
              <a:tr h="251403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8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주차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캐릭터 선택 구현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latinLnBrk="1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4725895"/>
                  </a:ext>
                </a:extLst>
              </a:tr>
              <a:tr h="25140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290131"/>
                  </a:ext>
                </a:extLst>
              </a:tr>
              <a:tr h="439955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9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주차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게임 밸런스 조절 및 버그 수정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latinLnBrk="1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4750696"/>
                  </a:ext>
                </a:extLst>
              </a:tr>
              <a:tr h="25140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7186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224648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97035A-4D70-65A8-87C4-4D3CCF2C7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Commits</a:t>
            </a:r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224621B-8181-C6B5-872D-69A056168F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0796" y="2013217"/>
            <a:ext cx="8858508" cy="4318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8284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31F4BD-F0CF-9698-3AF4-1B733BFB7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변경 사항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552CF4-DAC9-1B37-9D6D-EBF8B89BE3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4791" y="1271834"/>
            <a:ext cx="2703490" cy="46681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800"/>
              <a:t>기술 슬롯 변화</a:t>
            </a: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E5AD2AC-9A89-06F3-0AA4-D318DD578CDE}"/>
              </a:ext>
            </a:extLst>
          </p:cNvPr>
          <p:cNvSpPr txBox="1">
            <a:spLocks/>
          </p:cNvSpPr>
          <p:nvPr/>
        </p:nvSpPr>
        <p:spPr>
          <a:xfrm>
            <a:off x="5963991" y="1808521"/>
            <a:ext cx="5614116" cy="4684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altLang="ko-KR" sz="360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3600"/>
              <a:t>1</a:t>
            </a:r>
            <a:r>
              <a:rPr lang="ko-KR" altLang="en-US" sz="3600"/>
              <a:t>슬롯 </a:t>
            </a:r>
            <a:r>
              <a:rPr lang="en-US" altLang="ko-KR" sz="3600"/>
              <a:t>: </a:t>
            </a:r>
            <a:r>
              <a:rPr lang="ko-KR" altLang="en-US" sz="3600"/>
              <a:t>광선류 기술</a:t>
            </a:r>
            <a:endParaRPr lang="en-US" altLang="ko-KR" sz="360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3600"/>
              <a:t>2</a:t>
            </a:r>
            <a:r>
              <a:rPr lang="ko-KR" altLang="en-US" sz="3600"/>
              <a:t>슬롯 </a:t>
            </a:r>
            <a:r>
              <a:rPr lang="en-US" altLang="ko-KR" sz="3600"/>
              <a:t>: </a:t>
            </a:r>
            <a:r>
              <a:rPr lang="ko-KR" altLang="en-US" sz="3600"/>
              <a:t>방어 기술</a:t>
            </a:r>
            <a:endParaRPr lang="en-US" altLang="ko-KR" sz="360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3600"/>
              <a:t>3</a:t>
            </a:r>
            <a:r>
              <a:rPr lang="ko-KR" altLang="en-US" sz="3600"/>
              <a:t>슬롯 </a:t>
            </a:r>
            <a:r>
              <a:rPr lang="en-US" altLang="ko-KR" sz="3600"/>
              <a:t>: </a:t>
            </a:r>
            <a:r>
              <a:rPr lang="ko-KR" altLang="en-US" sz="3600"/>
              <a:t>공격적인 기술</a:t>
            </a:r>
            <a:endParaRPr lang="en-US" altLang="ko-KR" sz="360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3600"/>
              <a:t>4</a:t>
            </a:r>
            <a:r>
              <a:rPr lang="ko-KR" altLang="en-US" sz="3600"/>
              <a:t>슬롯 </a:t>
            </a:r>
            <a:r>
              <a:rPr lang="en-US" altLang="ko-KR" sz="3600"/>
              <a:t>: </a:t>
            </a:r>
            <a:r>
              <a:rPr lang="ko-KR" altLang="en-US" sz="3600"/>
              <a:t>자동 타겟팅 기술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10F94839-6BDD-8F55-7791-2422916090EB}"/>
              </a:ext>
            </a:extLst>
          </p:cNvPr>
          <p:cNvSpPr txBox="1">
            <a:spLocks/>
          </p:cNvSpPr>
          <p:nvPr/>
        </p:nvSpPr>
        <p:spPr>
          <a:xfrm>
            <a:off x="481884" y="1808521"/>
            <a:ext cx="5614116" cy="4684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altLang="ko-KR" sz="3600"/>
          </a:p>
          <a:p>
            <a:pPr marL="0" indent="0">
              <a:buFont typeface="Arial" panose="020B0604020202020204" pitchFamily="34" charset="0"/>
              <a:buNone/>
            </a:pPr>
            <a:endParaRPr lang="en-US" altLang="ko-KR" sz="360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3600"/>
              <a:t>1</a:t>
            </a:r>
            <a:r>
              <a:rPr lang="ko-KR" altLang="en-US" sz="3600"/>
              <a:t>슬롯 </a:t>
            </a:r>
            <a:r>
              <a:rPr lang="en-US" altLang="ko-KR" sz="3600"/>
              <a:t>: </a:t>
            </a:r>
            <a:r>
              <a:rPr lang="ko-KR" altLang="en-US" sz="3600"/>
              <a:t>광선류 기술</a:t>
            </a:r>
            <a:endParaRPr lang="en-US" altLang="ko-KR" sz="360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3600"/>
              <a:t>2</a:t>
            </a:r>
            <a:r>
              <a:rPr lang="ko-KR" altLang="en-US" sz="3600"/>
              <a:t>슬롯 </a:t>
            </a:r>
            <a:r>
              <a:rPr lang="en-US" altLang="ko-KR" sz="3600"/>
              <a:t>: </a:t>
            </a:r>
            <a:r>
              <a:rPr lang="ko-KR" altLang="en-US" sz="3600"/>
              <a:t>방어 기술</a:t>
            </a:r>
            <a:endParaRPr lang="en-US" altLang="ko-KR" sz="3600"/>
          </a:p>
        </p:txBody>
      </p:sp>
      <p:sp>
        <p:nvSpPr>
          <p:cNvPr id="6" name="화살표: 오른쪽 5">
            <a:extLst>
              <a:ext uri="{FF2B5EF4-FFF2-40B4-BE49-F238E27FC236}">
                <a16:creationId xmlns:a16="http://schemas.microsoft.com/office/drawing/2014/main" id="{7F1EFE7A-B945-05D4-EC84-9F3AD58F760E}"/>
              </a:ext>
            </a:extLst>
          </p:cNvPr>
          <p:cNvSpPr/>
          <p:nvPr/>
        </p:nvSpPr>
        <p:spPr>
          <a:xfrm>
            <a:off x="4868214" y="3348507"/>
            <a:ext cx="779172" cy="68902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7993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CB8737-32AC-6D52-ADCD-B817765098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스테이지 구성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62BDE82-BE91-8FC0-E40F-F59D7C85DA40}"/>
              </a:ext>
            </a:extLst>
          </p:cNvPr>
          <p:cNvSpPr/>
          <p:nvPr/>
        </p:nvSpPr>
        <p:spPr>
          <a:xfrm>
            <a:off x="923113" y="2756404"/>
            <a:ext cx="1778314" cy="139130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highlight>
                <a:srgbClr val="FFFF00"/>
              </a:highlight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AAC28CC-DB3E-1744-E126-7E1201835F4F}"/>
              </a:ext>
            </a:extLst>
          </p:cNvPr>
          <p:cNvSpPr/>
          <p:nvPr/>
        </p:nvSpPr>
        <p:spPr>
          <a:xfrm>
            <a:off x="2916154" y="2756404"/>
            <a:ext cx="1778314" cy="139130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highlight>
                <a:srgbClr val="FFFF00"/>
              </a:highlight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75D9EE4-7CEE-55BF-82A1-6F92E354527E}"/>
              </a:ext>
            </a:extLst>
          </p:cNvPr>
          <p:cNvSpPr/>
          <p:nvPr/>
        </p:nvSpPr>
        <p:spPr>
          <a:xfrm>
            <a:off x="4909195" y="2733348"/>
            <a:ext cx="1778314" cy="139130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highlight>
                <a:srgbClr val="FFFF00"/>
              </a:highlight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CE1D932-8DE8-CB06-22EA-E02EA2A22658}"/>
              </a:ext>
            </a:extLst>
          </p:cNvPr>
          <p:cNvSpPr/>
          <p:nvPr/>
        </p:nvSpPr>
        <p:spPr>
          <a:xfrm>
            <a:off x="6902236" y="2733348"/>
            <a:ext cx="1778314" cy="139130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highlight>
                <a:srgbClr val="FFFF00"/>
              </a:highlight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C8354F-8BC4-08F3-DDE9-834C5B78B089}"/>
              </a:ext>
            </a:extLst>
          </p:cNvPr>
          <p:cNvSpPr/>
          <p:nvPr/>
        </p:nvSpPr>
        <p:spPr>
          <a:xfrm>
            <a:off x="8895277" y="2733348"/>
            <a:ext cx="1778314" cy="139130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highlight>
                <a:srgbClr val="FFFF00"/>
              </a:highlight>
            </a:endParaRPr>
          </a:p>
        </p:txBody>
      </p:sp>
      <p:pic>
        <p:nvPicPr>
          <p:cNvPr id="15" name="그림 14" descr="의류, 애니메이션, 만화 영화, 가상의 캐릭터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460D0E0-DBD0-8D08-3FC9-A6C9525560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7755" y="2756404"/>
            <a:ext cx="681193" cy="1325564"/>
          </a:xfrm>
          <a:prstGeom prst="rect">
            <a:avLst/>
          </a:prstGeom>
        </p:spPr>
      </p:pic>
      <p:pic>
        <p:nvPicPr>
          <p:cNvPr id="23" name="그림 22" descr="신발류, 의류, 사람, 만화 영화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FE9AEFA-B617-0B14-6221-18B2B43754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7661" y="2733348"/>
            <a:ext cx="552318" cy="1325563"/>
          </a:xfrm>
          <a:prstGeom prst="rect">
            <a:avLst/>
          </a:prstGeom>
        </p:spPr>
      </p:pic>
      <p:pic>
        <p:nvPicPr>
          <p:cNvPr id="25" name="그림 24" descr="픽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C12FE73-1CBA-7AF6-32AA-F7C993FE4F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8387" y="2756404"/>
            <a:ext cx="1158214" cy="1444193"/>
          </a:xfrm>
          <a:prstGeom prst="rect">
            <a:avLst/>
          </a:prstGeom>
        </p:spPr>
      </p:pic>
      <p:pic>
        <p:nvPicPr>
          <p:cNvPr id="26" name="그림 25" descr="픽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4CA53F4-BD50-F140-5BBD-A303C5C1E2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7369" y="2740992"/>
            <a:ext cx="1158214" cy="1444193"/>
          </a:xfrm>
          <a:prstGeom prst="rect">
            <a:avLst/>
          </a:prstGeom>
        </p:spPr>
      </p:pic>
      <p:pic>
        <p:nvPicPr>
          <p:cNvPr id="27" name="그림 26" descr="픽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D1EFBBA-86E1-BD8E-D532-41981901FC7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7312" y="2723015"/>
            <a:ext cx="1158214" cy="1444193"/>
          </a:xfrm>
          <a:prstGeom prst="rect">
            <a:avLst/>
          </a:prstGeom>
        </p:spPr>
      </p:pic>
      <p:pic>
        <p:nvPicPr>
          <p:cNvPr id="2056" name="Picture 8" descr="롱스톤 (포켓몬) | 포켓몬 위키 | Fandom">
            <a:extLst>
              <a:ext uri="{FF2B5EF4-FFF2-40B4-BE49-F238E27FC236}">
                <a16:creationId xmlns:a16="http://schemas.microsoft.com/office/drawing/2014/main" id="{E6B24173-EFA8-A7F9-2993-1A82F2BAE3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3476" y="4329224"/>
            <a:ext cx="2163651" cy="21636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피카츄 (포켓몬) | 포켓몬 위키 | Fandom">
            <a:extLst>
              <a:ext uri="{FF2B5EF4-FFF2-40B4-BE49-F238E27FC236}">
                <a16:creationId xmlns:a16="http://schemas.microsoft.com/office/drawing/2014/main" id="{7972E094-3EBE-D387-45CD-4C736696BC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89096" y="4124652"/>
            <a:ext cx="1590675" cy="1685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19186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동물 피규어, 클립아트, 만화 영화, 예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C769CDA-B6E1-396D-B19B-28E56B4D31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7662" y="1444599"/>
            <a:ext cx="3511603" cy="3511603"/>
          </a:xfrm>
          <a:prstGeom prst="rect">
            <a:avLst/>
          </a:prstGeom>
        </p:spPr>
      </p:pic>
      <p:pic>
        <p:nvPicPr>
          <p:cNvPr id="9" name="그림 8" descr="만화 영화, 클립아트, 댄스, 일러스트레이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5893CC8-52CD-AA37-7B62-2AD3FFC8B4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3201" y="1275550"/>
            <a:ext cx="3565392" cy="3565392"/>
          </a:xfrm>
          <a:prstGeom prst="rect">
            <a:avLst/>
          </a:prstGeom>
        </p:spPr>
      </p:pic>
      <p:sp>
        <p:nvSpPr>
          <p:cNvPr id="12" name="화살표: 오른쪽 11">
            <a:extLst>
              <a:ext uri="{FF2B5EF4-FFF2-40B4-BE49-F238E27FC236}">
                <a16:creationId xmlns:a16="http://schemas.microsoft.com/office/drawing/2014/main" id="{0E5FEFD9-AABD-E74F-521C-282C789B7575}"/>
              </a:ext>
            </a:extLst>
          </p:cNvPr>
          <p:cNvSpPr/>
          <p:nvPr/>
        </p:nvSpPr>
        <p:spPr>
          <a:xfrm>
            <a:off x="5157989" y="2569335"/>
            <a:ext cx="1880315" cy="1384479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66839EC4-954F-715F-D85F-356F00317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ko-KR" altLang="en-US"/>
              <a:t>변경 사항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642369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179</TotalTime>
  <Words>151</Words>
  <Application>Microsoft Office PowerPoint</Application>
  <PresentationFormat>와이드스크린</PresentationFormat>
  <Paragraphs>46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맑은 고딕</vt:lpstr>
      <vt:lpstr>Arial</vt:lpstr>
      <vt:lpstr>Office 테마</vt:lpstr>
      <vt:lpstr>2D게임프로그래밍 2차 발표</vt:lpstr>
      <vt:lpstr>개발 현황</vt:lpstr>
      <vt:lpstr>Commits</vt:lpstr>
      <vt:lpstr>변경 사항</vt:lpstr>
      <vt:lpstr>스테이지 구성</vt:lpstr>
      <vt:lpstr>변경 사항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규동 민</dc:creator>
  <cp:lastModifiedBy>규동 민</cp:lastModifiedBy>
  <cp:revision>5</cp:revision>
  <dcterms:created xsi:type="dcterms:W3CDTF">2025-11-09T14:21:08Z</dcterms:created>
  <dcterms:modified xsi:type="dcterms:W3CDTF">2025-11-10T11:52:34Z</dcterms:modified>
</cp:coreProperties>
</file>