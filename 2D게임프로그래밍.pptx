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0" r:id="rId5"/>
    <p:sldId id="261" r:id="rId6"/>
    <p:sldId id="258" r:id="rId7"/>
    <p:sldId id="262" r:id="rId8"/>
    <p:sldId id="259" r:id="rId9"/>
    <p:sldId id="266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81D92B-9F00-4D3E-8DB6-0884C662F162}" v="61" dt="2025-09-29T08:54:13.2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08782E-C471-6650-8E0C-449C1F3CE5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995982C-F09D-0597-3A1F-2BCCCE8E5F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19DF1EC-A976-AD6A-0B12-1A578487D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1508C60-9CC7-2014-22B3-870651B83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BA8FF2B-45A1-D29E-8CF7-FF22AA4C0B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37922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D68E8C-13F4-5601-EC9F-04312EF564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479D022-6443-6367-D75B-C21075E4AF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EAE30C5-2CDD-C99A-2893-08C404D07B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9C5396C-1D30-4124-D5CB-0783FE8D35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B9C9896-AC5C-9BBD-38D5-56C04A96E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705891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9EFF44D-5EAF-71CC-E79C-6B5716B01E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08BF62-2426-53C9-A09B-7703C7E3D4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35631BD-A07E-EADB-3360-F7F88B53D5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56007AE-69C0-A1E8-E1DE-6597EDCBB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C02BF3D-5364-0399-9538-498AED255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4918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DD1D34-4EBF-2F56-F84A-9ED3BDA256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BC6F253-67FB-96E6-5BB2-F3CB7DC782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8AC992-D0AE-9842-9B83-44F8086DF0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689A6C3-FCD8-7905-65A3-AC89B2A0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7FC4B9F-BEC7-0F58-E314-D2F20241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8B7DD0A-9BA6-72C2-E291-87F948781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72354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193A87-4703-DFF4-753F-51E0B8A8B9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28382C5-CE47-4C7C-8D91-35064A4AD0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F041735-721F-EE46-8985-09D5E88A7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9C384D1-0BDF-4A94-B805-C4940C09A3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AD9BD5A-7BFA-DC37-8CBB-81919BA76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26B67D48-1E09-0F75-5835-749FEE04E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E9965FA-0445-D378-C57E-FDCA221226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155E02E-D29F-5F96-CC33-025A6D15C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82810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F40B5EE-98FD-E5EB-E67E-95DCFBFAAA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778836-D301-FF1D-5D18-D436D7E53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F28B9A5-3A57-0136-DE25-EC8E76D0F9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49FB6F4B-AF43-E786-AD82-9A74C5099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64585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7FB60A4-5D99-542A-EB90-7FE5EC2EE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0020BEE-028F-18AA-A659-CA43C7BA44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2D8CF88-0033-B2ED-B039-C8169798D4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0603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F69D51-AE05-0A28-BDFD-FE4164A46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B73610F-DC2B-07BA-A598-35912452CF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283F9FA-9112-C5A1-6854-205DA562EB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48012E1-C0FF-9284-3BED-76835F7BF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ECA04E7-6A71-ABD5-61CF-9BD498A27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F9D4651-3D1F-B74F-E9FC-87C971D7D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684796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A68F0EF-B4E5-9C90-CBFE-EAFB70624F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AFAE8CD2-F052-5A2F-4F68-0909195567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72887E8-7960-F211-33D1-083CB13015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76E06C-54F0-F11A-77CE-7E8400D40C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19BDCCE-C8C9-877E-2333-405895E6C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4466600-95AF-08C6-3463-8F90AC8CD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69634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8EE361-FE3E-7B62-88B2-A98F73E7F8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616532D-5C7B-3174-62CE-B1835EA12A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A23C121-F442-B0C8-A469-938BD739C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06A572E-B120-5898-BEC2-54BEDDD994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3ACE9A9-62D5-D015-AFDB-9C9919857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95630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76BFE12-B5CA-D69D-F3DD-E91A3B0CD0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0AC80DF-4AFF-8EE9-980F-B4D4CF72EE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E8AF6A9-A386-50F9-0BD3-3E9283BCAF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462EC35-520D-9515-319A-33827919C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DAFEE7-0C73-2575-3AFF-0E11A3D9D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00507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8E4ACD72-0668-0164-2D06-2A4916989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B56857-BBA4-5C4B-4678-1D01D1F5EF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333D5D-4ED0-78C6-61CB-A0E188EA68D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B96101-F61C-4A52-A9A1-73C7A4110B06}" type="datetimeFigureOut">
              <a:rPr lang="ko-KR" altLang="en-US" smtClean="0"/>
              <a:t>2025-09-29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31E4164-CC5A-31E9-1FFD-72998F0002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11F9B3-48CF-7AE1-FEE1-3971D78E5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FA3EED-97C8-497D-AFF5-EC5D0B8C357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54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96A8B2-2FDE-4A11-4943-CBB5487146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68511" y="1122363"/>
            <a:ext cx="11118797" cy="2387600"/>
          </a:xfrm>
        </p:spPr>
        <p:txBody>
          <a:bodyPr/>
          <a:lstStyle/>
          <a:p>
            <a:r>
              <a:rPr lang="en-US" altLang="ko-KR" dirty="0"/>
              <a:t>2D</a:t>
            </a:r>
            <a:r>
              <a:rPr lang="ko-KR" altLang="en-US" dirty="0"/>
              <a:t>게임프로그래밍</a:t>
            </a:r>
            <a:br>
              <a:rPr lang="en-US" altLang="ko-KR" dirty="0"/>
            </a:br>
            <a:r>
              <a:rPr lang="en-US" altLang="ko-KR" dirty="0"/>
              <a:t>1</a:t>
            </a:r>
            <a:r>
              <a:rPr lang="ko-KR" altLang="en-US" dirty="0"/>
              <a:t>차 프로젝트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52CF368C-42CE-1E82-EAA1-EB630D8D64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r"/>
            <a:r>
              <a:rPr lang="en-US" altLang="ko-KR" dirty="0"/>
              <a:t>2022184016 </a:t>
            </a:r>
            <a:r>
              <a:rPr lang="ko-KR" altLang="en-US" dirty="0"/>
              <a:t>민규동</a:t>
            </a:r>
          </a:p>
        </p:txBody>
      </p:sp>
    </p:spTree>
    <p:extLst>
      <p:ext uri="{BB962C8B-B14F-4D97-AF65-F5344CB8AC3E}">
        <p14:creationId xmlns:p14="http://schemas.microsoft.com/office/powerpoint/2010/main" val="19912045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507BCA-37CE-B41C-E9CC-16435FAC8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탑뷰</a:t>
            </a:r>
            <a:r>
              <a:rPr lang="ko-KR" altLang="en-US" dirty="0"/>
              <a:t> </a:t>
            </a:r>
            <a:r>
              <a:rPr lang="en-US" altLang="ko-KR" dirty="0"/>
              <a:t>RPG</a:t>
            </a:r>
            <a:r>
              <a:rPr lang="ko-KR" altLang="en-US" dirty="0"/>
              <a:t>게임</a:t>
            </a:r>
          </a:p>
        </p:txBody>
      </p:sp>
      <p:pic>
        <p:nvPicPr>
          <p:cNvPr id="1026" name="Picture 2" descr="Steam의 세피리아">
            <a:extLst>
              <a:ext uri="{FF2B5EF4-FFF2-40B4-BE49-F238E27FC236}">
                <a16:creationId xmlns:a16="http://schemas.microsoft.com/office/drawing/2014/main" id="{75154953-C390-7266-2173-2A05E35FA2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935" y="1959429"/>
            <a:ext cx="6823422" cy="3838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그림 6" descr="만화 영화, 동물 피규어, 클립아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40A8F88-F162-BF66-F3D4-11A2B2F068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15624" y="2104265"/>
            <a:ext cx="3838176" cy="3838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1451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8" name="Picture 6">
            <a:extLst>
              <a:ext uri="{FF2B5EF4-FFF2-40B4-BE49-F238E27FC236}">
                <a16:creationId xmlns:a16="http://schemas.microsoft.com/office/drawing/2014/main" id="{55A20021-AE6F-DE7D-2DA0-30F7E54226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576" y="1715105"/>
            <a:ext cx="3158812" cy="31588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6" name="Picture 4">
            <a:extLst>
              <a:ext uri="{FF2B5EF4-FFF2-40B4-BE49-F238E27FC236}">
                <a16:creationId xmlns:a16="http://schemas.microsoft.com/office/drawing/2014/main" id="{9E46B1C4-B1A9-5222-D570-457362D91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64575" y="1661913"/>
            <a:ext cx="3158813" cy="31588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194" name="Picture 2">
            <a:extLst>
              <a:ext uri="{FF2B5EF4-FFF2-40B4-BE49-F238E27FC236}">
                <a16:creationId xmlns:a16="http://schemas.microsoft.com/office/drawing/2014/main" id="{E82C50C3-BFE2-8BFA-36CE-8C1F4C62C4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9195" y="1661913"/>
            <a:ext cx="3457442" cy="34574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90699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만화 영화, 동물 피규어, 클립아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84ADAC8-D1B3-B6B1-3CBD-D68235035A3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292" y="1428070"/>
            <a:ext cx="3838176" cy="3838176"/>
          </a:xfrm>
          <a:prstGeom prst="rect">
            <a:avLst/>
          </a:prstGeom>
        </p:spPr>
      </p:pic>
      <p:pic>
        <p:nvPicPr>
          <p:cNvPr id="5" name="그림 4" descr="의류, 애니메이션, 만화 영화, 가상의 캐릭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C14D0B3-6AB2-F968-0D74-FCC993D4E74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018" y="420457"/>
            <a:ext cx="3202151" cy="6231209"/>
          </a:xfrm>
          <a:prstGeom prst="rect">
            <a:avLst/>
          </a:prstGeom>
        </p:spPr>
      </p:pic>
      <p:sp>
        <p:nvSpPr>
          <p:cNvPr id="6" name="폭발: 14pt 5">
            <a:extLst>
              <a:ext uri="{FF2B5EF4-FFF2-40B4-BE49-F238E27FC236}">
                <a16:creationId xmlns:a16="http://schemas.microsoft.com/office/drawing/2014/main" id="{4752CC93-0C49-9F45-EA8B-FF5E8108DD9E}"/>
              </a:ext>
            </a:extLst>
          </p:cNvPr>
          <p:cNvSpPr/>
          <p:nvPr/>
        </p:nvSpPr>
        <p:spPr>
          <a:xfrm>
            <a:off x="7786018" y="88667"/>
            <a:ext cx="2582215" cy="2678806"/>
          </a:xfrm>
          <a:prstGeom prst="irregularSeal2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0851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6315 -0.16875 L 0.06315 -0.16875 C 0.0707 -0.2044 0.07434 -0.23426 0.09049 -0.2618 C 0.10039 -0.2787 0.11145 -0.29375 0.12382 -0.30416 C 0.15768 -0.3324 0.18697 -0.32893 0.22356 -0.3331 C 0.2358 -0.33102 0.24817 -0.33171 0.26002 -0.32662 C 0.2694 -0.32268 0.27825 -0.31551 0.28645 -0.30694 C 0.31627 -0.27615 0.32434 -0.2574 0.34609 -0.20926 C 0.35742 -0.18402 0.372 -0.16203 0.3789 -0.13217 C 0.38333 -0.11319 0.38099 -0.12129 0.38528 -0.10764 " pathEditMode="relative" ptsTypes="AAAAAAAA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만화 영화, 동물 피규어, 클립아트, 예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F6F4850-E1BF-FDA5-CD67-FF6AEB70E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2292" y="1428070"/>
            <a:ext cx="3838176" cy="3838176"/>
          </a:xfrm>
          <a:prstGeom prst="rect">
            <a:avLst/>
          </a:prstGeom>
        </p:spPr>
      </p:pic>
      <p:pic>
        <p:nvPicPr>
          <p:cNvPr id="5" name="그림 4" descr="의류, 애니메이션, 만화 영화, 가상의 캐릭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9EFAF12-94CA-71F6-F25E-437F69DDDD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86018" y="420457"/>
            <a:ext cx="3202151" cy="6231209"/>
          </a:xfrm>
          <a:prstGeom prst="rect">
            <a:avLst/>
          </a:prstGeom>
        </p:spPr>
      </p:pic>
      <p:pic>
        <p:nvPicPr>
          <p:cNvPr id="4098" name="Picture 2" descr="몬스터볼 - 위키백과, 우리 모두의 백과사전">
            <a:extLst>
              <a:ext uri="{FF2B5EF4-FFF2-40B4-BE49-F238E27FC236}">
                <a16:creationId xmlns:a16="http://schemas.microsoft.com/office/drawing/2014/main" id="{EB8803F3-976B-C2AB-ECA4-6D6B464429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1534" y="1919849"/>
            <a:ext cx="1295834" cy="12937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폭발: 14pt 5">
            <a:extLst>
              <a:ext uri="{FF2B5EF4-FFF2-40B4-BE49-F238E27FC236}">
                <a16:creationId xmlns:a16="http://schemas.microsoft.com/office/drawing/2014/main" id="{FF27D3C2-7EE1-0D3C-0D96-D0CF43548B2B}"/>
              </a:ext>
            </a:extLst>
          </p:cNvPr>
          <p:cNvSpPr/>
          <p:nvPr/>
        </p:nvSpPr>
        <p:spPr>
          <a:xfrm>
            <a:off x="2434846" y="580446"/>
            <a:ext cx="2582215" cy="2678806"/>
          </a:xfrm>
          <a:prstGeom prst="irregularSeal2">
            <a:avLst/>
          </a:prstGeom>
          <a:solidFill>
            <a:srgbClr val="FF0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34783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0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664 -0.00046 L -0.00664 -0.00046 C -0.00964 -0.01342 -0.01237 -0.02662 -0.01563 -0.03912 C -0.01823 -0.04838 -0.03021 -0.08356 -0.0336 -0.09166 C -0.04011 -0.10648 -0.04909 -0.11921 -0.05794 -0.12916 C -0.07474 -0.14791 -0.08451 -0.15717 -0.10391 -0.16481 C -0.11914 -0.17083 -0.1349 -0.17106 -0.15039 -0.17222 L -0.24805 -0.17129 C -0.25482 -0.17106 -0.26146 -0.16875 -0.2681 -0.16666 C -0.27357 -0.16504 -0.28112 -0.16111 -0.28607 -0.1574 C -0.29128 -0.15324 -0.29623 -0.14838 -0.30143 -0.14421 C -0.30664 -0.13981 -0.31198 -0.13634 -0.31732 -0.13194 C -0.32735 -0.12361 -0.32084 -0.12685 -0.32617 -0.12453 " pathEditMode="relative" ptsTypes="AAAAAAAAAAAAA">
                                      <p:cBhvr>
                                        <p:cTn id="10" dur="2000" fill="hold"/>
                                        <p:tgtEl>
                                          <p:spTgt spid="409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CB8737-32AC-6D52-ADCD-B817765098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스테이지 구성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62BDE82-BE91-8FC0-E40F-F59D7C85DA40}"/>
              </a:ext>
            </a:extLst>
          </p:cNvPr>
          <p:cNvSpPr/>
          <p:nvPr/>
        </p:nvSpPr>
        <p:spPr>
          <a:xfrm>
            <a:off x="923113" y="2756404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highlight>
                <a:srgbClr val="FFFF00"/>
              </a:highlight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AAC28CC-DB3E-1744-E126-7E1201835F4F}"/>
              </a:ext>
            </a:extLst>
          </p:cNvPr>
          <p:cNvSpPr/>
          <p:nvPr/>
        </p:nvSpPr>
        <p:spPr>
          <a:xfrm>
            <a:off x="2916154" y="2756404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875D9EE4-7CEE-55BF-82A1-6F92E354527E}"/>
              </a:ext>
            </a:extLst>
          </p:cNvPr>
          <p:cNvSpPr/>
          <p:nvPr/>
        </p:nvSpPr>
        <p:spPr>
          <a:xfrm>
            <a:off x="4909195" y="2733348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CE1D932-8DE8-CB06-22EA-E02EA2A22658}"/>
              </a:ext>
            </a:extLst>
          </p:cNvPr>
          <p:cNvSpPr/>
          <p:nvPr/>
        </p:nvSpPr>
        <p:spPr>
          <a:xfrm>
            <a:off x="6902236" y="2733348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9C8354F-8BC4-08F3-DDE9-834C5B78B089}"/>
              </a:ext>
            </a:extLst>
          </p:cNvPr>
          <p:cNvSpPr/>
          <p:nvPr/>
        </p:nvSpPr>
        <p:spPr>
          <a:xfrm>
            <a:off x="8895277" y="2733348"/>
            <a:ext cx="1778314" cy="139130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highlight>
                <a:srgbClr val="FFFF00"/>
              </a:highlight>
            </a:endParaRPr>
          </a:p>
        </p:txBody>
      </p:sp>
      <p:pic>
        <p:nvPicPr>
          <p:cNvPr id="15" name="그림 14" descr="의류, 애니메이션, 만화 영화, 가상의 캐릭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60D0E0-DBD0-8D08-3FC9-A6C9525560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7755" y="2756404"/>
            <a:ext cx="681193" cy="1325564"/>
          </a:xfrm>
          <a:prstGeom prst="rect">
            <a:avLst/>
          </a:prstGeom>
        </p:spPr>
      </p:pic>
      <p:pic>
        <p:nvPicPr>
          <p:cNvPr id="23" name="그림 22" descr="신발류, 의류, 사람, 만화 영화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FE9AEFA-B617-0B14-6221-18B2B43754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67661" y="2733348"/>
            <a:ext cx="552318" cy="1325563"/>
          </a:xfrm>
          <a:prstGeom prst="rect">
            <a:avLst/>
          </a:prstGeom>
        </p:spPr>
      </p:pic>
      <p:pic>
        <p:nvPicPr>
          <p:cNvPr id="25" name="그림 24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12FE73-1CBA-7AF6-32AA-F7C993FE4F2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8387" y="2756404"/>
            <a:ext cx="1158214" cy="1444193"/>
          </a:xfrm>
          <a:prstGeom prst="rect">
            <a:avLst/>
          </a:prstGeom>
        </p:spPr>
      </p:pic>
      <p:pic>
        <p:nvPicPr>
          <p:cNvPr id="26" name="그림 25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4CA53F4-BD50-F140-5BBD-A303C5C1E2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7369" y="2740992"/>
            <a:ext cx="1158214" cy="1444193"/>
          </a:xfrm>
          <a:prstGeom prst="rect">
            <a:avLst/>
          </a:prstGeom>
        </p:spPr>
      </p:pic>
      <p:pic>
        <p:nvPicPr>
          <p:cNvPr id="27" name="그림 26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D1EFBBA-86E1-BD8E-D532-41981901FC7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57312" y="2723015"/>
            <a:ext cx="1158214" cy="1444193"/>
          </a:xfrm>
          <a:prstGeom prst="rect">
            <a:avLst/>
          </a:prstGeom>
        </p:spPr>
      </p:pic>
      <p:pic>
        <p:nvPicPr>
          <p:cNvPr id="2056" name="Picture 8" descr="롱스톤 (포켓몬) | 포켓몬 위키 | Fandom">
            <a:extLst>
              <a:ext uri="{FF2B5EF4-FFF2-40B4-BE49-F238E27FC236}">
                <a16:creationId xmlns:a16="http://schemas.microsoft.com/office/drawing/2014/main" id="{E6B24173-EFA8-A7F9-2993-1A82F2BAE3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3476" y="4329224"/>
            <a:ext cx="2163651" cy="21636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피카츄 (포켓몬) | 포켓몬 위키 | Fandom">
            <a:extLst>
              <a:ext uri="{FF2B5EF4-FFF2-40B4-BE49-F238E27FC236}">
                <a16:creationId xmlns:a16="http://schemas.microsoft.com/office/drawing/2014/main" id="{7972E094-3EBE-D387-45CD-4C736696BC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89096" y="4124652"/>
            <a:ext cx="1590675" cy="1685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319186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 descr="클릭하면 원본크기의 이미지를 볼 수 있습니다.">
            <a:extLst>
              <a:ext uri="{FF2B5EF4-FFF2-40B4-BE49-F238E27FC236}">
                <a16:creationId xmlns:a16="http://schemas.microsoft.com/office/drawing/2014/main" id="{B247B768-E5A6-2139-5526-8816640C73F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" t="50000" r="-4906" b="25540"/>
          <a:stretch>
            <a:fillRect/>
          </a:stretch>
        </p:blipFill>
        <p:spPr bwMode="auto">
          <a:xfrm>
            <a:off x="977945" y="1544168"/>
            <a:ext cx="10469829" cy="49487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제목 1">
            <a:extLst>
              <a:ext uri="{FF2B5EF4-FFF2-40B4-BE49-F238E27FC236}">
                <a16:creationId xmlns:a16="http://schemas.microsoft.com/office/drawing/2014/main" id="{2B56D827-673D-2A20-132A-A879C42B30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ko-KR" altLang="en-US" dirty="0"/>
              <a:t>엔딩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BD9F1B1-59AE-AB46-9733-1E5E6BD2A0A4}"/>
              </a:ext>
            </a:extLst>
          </p:cNvPr>
          <p:cNvSpPr/>
          <p:nvPr/>
        </p:nvSpPr>
        <p:spPr>
          <a:xfrm>
            <a:off x="2607971" y="2646608"/>
            <a:ext cx="2427668" cy="93049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6927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D89B15-41F8-EF39-820F-0D2F69857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레벨에 따른 기술 진화</a:t>
            </a:r>
          </a:p>
        </p:txBody>
      </p:sp>
      <p:pic>
        <p:nvPicPr>
          <p:cNvPr id="9" name="그림 8" descr="스크린샷, 만화 영화, 일렉트릭 블루, 마조렐 블루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4E542EA-0276-4089-5873-5A1FB50D41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0893" y="2215078"/>
            <a:ext cx="2573547" cy="1447620"/>
          </a:xfrm>
          <a:prstGeom prst="rect">
            <a:avLst/>
          </a:prstGeom>
        </p:spPr>
      </p:pic>
      <p:pic>
        <p:nvPicPr>
          <p:cNvPr id="12" name="그림 11" descr="만화 영화, 클립아트, 일러스트레이션, 아동 미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EC7B019-7ABD-A9B4-E140-030A3ED80C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61299" y="2154623"/>
            <a:ext cx="2239095" cy="1692492"/>
          </a:xfrm>
          <a:prstGeom prst="rect">
            <a:avLst/>
          </a:prstGeom>
        </p:spPr>
      </p:pic>
      <p:pic>
        <p:nvPicPr>
          <p:cNvPr id="3084" name="Picture 12" descr="하이드로펌프 | 포켓몬 위키 | Fandom">
            <a:extLst>
              <a:ext uri="{FF2B5EF4-FFF2-40B4-BE49-F238E27FC236}">
                <a16:creationId xmlns:a16="http://schemas.microsoft.com/office/drawing/2014/main" id="{B00F8D91-5C87-10AA-A648-A33A957DED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8011" y="2092641"/>
            <a:ext cx="3000875" cy="16924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화살표: 오른쪽 12">
            <a:extLst>
              <a:ext uri="{FF2B5EF4-FFF2-40B4-BE49-F238E27FC236}">
                <a16:creationId xmlns:a16="http://schemas.microsoft.com/office/drawing/2014/main" id="{16CE7560-906A-E0EA-A468-BCE85FA20616}"/>
              </a:ext>
            </a:extLst>
          </p:cNvPr>
          <p:cNvSpPr/>
          <p:nvPr/>
        </p:nvSpPr>
        <p:spPr>
          <a:xfrm>
            <a:off x="3918857" y="2612571"/>
            <a:ext cx="683879" cy="714616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D7BF585E-87B2-9DBC-7DDC-E9B779CB2BCD}"/>
              </a:ext>
            </a:extLst>
          </p:cNvPr>
          <p:cNvSpPr/>
          <p:nvPr/>
        </p:nvSpPr>
        <p:spPr>
          <a:xfrm>
            <a:off x="7207263" y="2525311"/>
            <a:ext cx="683879" cy="714616"/>
          </a:xfrm>
          <a:prstGeom prst="rightArrow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97910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EC6D41-D62B-2320-2B27-61F8C2863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개발 일정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A7BCE5A2-E329-CBCF-6D3B-711A970537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1094808"/>
              </p:ext>
            </p:extLst>
          </p:nvPr>
        </p:nvGraphicFramePr>
        <p:xfrm>
          <a:off x="2031999" y="2092817"/>
          <a:ext cx="8128000" cy="33617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1">
                  <a:extLst>
                    <a:ext uri="{9D8B030D-6E8A-4147-A177-3AD203B41FA5}">
                      <a16:colId xmlns:a16="http://schemas.microsoft.com/office/drawing/2014/main" val="3594922615"/>
                    </a:ext>
                  </a:extLst>
                </a:gridCol>
                <a:gridCol w="6502399">
                  <a:extLst>
                    <a:ext uri="{9D8B030D-6E8A-4147-A177-3AD203B41FA5}">
                      <a16:colId xmlns:a16="http://schemas.microsoft.com/office/drawing/2014/main" val="2842156805"/>
                    </a:ext>
                  </a:extLst>
                </a:gridCol>
              </a:tblGrid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배경과 캐릭터 이동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94654623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시작화면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마을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4214489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3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스테이지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1,2,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기본공격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82237791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4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스킬 구현</a:t>
                      </a:r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, 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적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9342887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5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 err="1">
                          <a:solidFill>
                            <a:schemeClr val="tx1"/>
                          </a:solidFill>
                        </a:rPr>
                        <a:t>레벨업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 시스템 기술 진화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2332990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6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보스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14140686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7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게임 스토리 및 퀘스트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8479390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8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캐릭터 선택 구현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4725895"/>
                  </a:ext>
                </a:extLst>
              </a:tr>
              <a:tr h="37353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b="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주차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b="0" dirty="0">
                          <a:solidFill>
                            <a:schemeClr val="tx1"/>
                          </a:solidFill>
                        </a:rPr>
                        <a:t>게임 밸런스 조절 및 버그 수정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75069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24648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152</TotalTime>
  <Words>77</Words>
  <Application>Microsoft Office PowerPoint</Application>
  <PresentationFormat>와이드스크린</PresentationFormat>
  <Paragraphs>25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2D게임프로그래밍 1차 프로젝트</vt:lpstr>
      <vt:lpstr>탑뷰 RPG게임</vt:lpstr>
      <vt:lpstr>PowerPoint 프레젠테이션</vt:lpstr>
      <vt:lpstr>PowerPoint 프레젠테이션</vt:lpstr>
      <vt:lpstr>PowerPoint 프레젠테이션</vt:lpstr>
      <vt:lpstr>스테이지 구성</vt:lpstr>
      <vt:lpstr>엔딩</vt:lpstr>
      <vt:lpstr>레벨에 따른 기술 진화</vt:lpstr>
      <vt:lpstr>개발 일정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규동 민</dc:creator>
  <cp:lastModifiedBy>규동 민</cp:lastModifiedBy>
  <cp:revision>2</cp:revision>
  <dcterms:created xsi:type="dcterms:W3CDTF">2025-09-26T08:56:00Z</dcterms:created>
  <dcterms:modified xsi:type="dcterms:W3CDTF">2025-09-29T09:05:45Z</dcterms:modified>
</cp:coreProperties>
</file>